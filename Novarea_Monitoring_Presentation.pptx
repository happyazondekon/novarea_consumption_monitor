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Novarea Textiles Monitoring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Consumption Analytics &amp; Industrial Auditing Solution</a:t>
            </a:r>
          </a:p>
          <a:p>
            <a:r>
              <a:t>Official Deployment -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Streamlining Industrial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Control: Unified monitoring of Power and Water resources.</a:t>
            </a:r>
          </a:p>
          <a:p>
            <a:pPr/>
            <a:r>
              <a:t>Data Integrity: Secure digital audit trail for all consumption logs.</a:t>
            </a:r>
          </a:p>
          <a:p>
            <a:pPr/>
            <a:r>
              <a:t>Operational Intelligence: Turning raw indexes into actionable trends.</a:t>
            </a:r>
          </a:p>
          <a:p>
            <a:pPr/>
            <a:r>
              <a:t>Accountability: Specialized access for Technicians and Admins.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400">
                <a:solidFill>
                  <a:srgbClr val="0066CC"/>
                </a:solidFill>
              </a:defRPr>
            </a:pPr>
            <a:r>
              <a:t>📷 [ INSERT SCREENSHOT HERE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 Technicians: Mobile entry, visual evidence, direct missions.</a:t>
            </a:r>
          </a:p>
          <a:p>
            <a:pPr/>
            <a:r>
              <a:t>System Administrators: Advanced dashboard, auditing, report generation.</a:t>
            </a:r>
          </a:p>
          <a:p>
            <a:pPr/>
            <a:r>
              <a:t>Secure access based on verified factory credentials.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400">
                <a:solidFill>
                  <a:srgbClr val="0066CC"/>
                </a:solidFill>
              </a:defRPr>
            </a:pPr>
            <a:r>
              <a:t>📷 [ INSERT SCREENSHOT HERE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Technician Workflow: Data 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3-Step Submission: Resource -&gt; Value -&gt; Confirmation.</a:t>
            </a:r>
          </a:p>
          <a:p>
            <a:pPr/>
            <a:r>
              <a:t>Visual Proof: Mandatory photo upload to ensure authenticity.</a:t>
            </a:r>
          </a:p>
          <a:p>
            <a:pPr/>
            <a:r>
              <a:t>Instant Sync: Immediate transmission to the Admin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400">
                <a:solidFill>
                  <a:srgbClr val="0066CC"/>
                </a:solidFill>
              </a:defRPr>
            </a:pPr>
            <a:r>
              <a:t>📷 [ INSERT SCREENSHOT HERE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Technician Workflow: Mission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Missions: Management instructions received in real-time.</a:t>
            </a:r>
          </a:p>
          <a:p>
            <a:pPr/>
            <a:r>
              <a:t>Mark as Done: Automated completion notification to supervisors.</a:t>
            </a:r>
          </a:p>
          <a:p>
            <a:pPr/>
            <a:r>
              <a:t>Personal History: Track and verify all past submissions.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400">
                <a:solidFill>
                  <a:srgbClr val="0066CC"/>
                </a:solidFill>
              </a:defRPr>
            </a:pPr>
            <a:r>
              <a:t>📷 [ INSERT SCREENSHOT HERE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Workflow: The Command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Intra-Day Tracking: Live updates upon second daily reading.</a:t>
            </a:r>
          </a:p>
          <a:p>
            <a:pPr/>
            <a:r>
              <a:t>Key Indicators: Last Reading, Usage, Events, and Daily Averages.</a:t>
            </a:r>
          </a:p>
          <a:p>
            <a:pPr/>
            <a:r>
              <a:t>Smart Visualization: High-fidelity charts with reference averages.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400">
                <a:solidFill>
                  <a:srgbClr val="0066CC"/>
                </a:solidFill>
              </a:defRPr>
            </a:pPr>
            <a:r>
              <a:t>📷 [ INSERT SCREENSHOT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Integrity: Linear Interpolation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Gap Management: Automatic logic for missing reading days.</a:t>
            </a:r>
          </a:p>
          <a:p>
            <a:pPr/>
            <a:r>
              <a:t>Mathematical Precision: Balanced distribution of measured totals.</a:t>
            </a:r>
          </a:p>
          <a:p>
            <a:pPr/>
            <a:r>
              <a:t>Transparency: (*) Indicators for all estimated data 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400">
                <a:solidFill>
                  <a:srgbClr val="0066CC"/>
                </a:solidFill>
              </a:defRPr>
            </a:pPr>
            <a:r>
              <a:t>📷 [ INSERT SCREENSHOT HERE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Context: Event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Contextual Intelligence: Categorizing anomalies (Ops, Mech, Human, Hiding).</a:t>
            </a:r>
          </a:p>
          <a:p>
            <a:pPr/>
            <a:r>
              <a:t>Explainable Data: Correlating usage peaks with factory events.</a:t>
            </a:r>
          </a:p>
          <a:p>
            <a:pPr/>
            <a:r>
              <a:t>Full Audit Trail: Chronological log of all industrial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400">
                <a:solidFill>
                  <a:srgbClr val="0066CC"/>
                </a:solidFill>
              </a:defRPr>
            </a:pPr>
            <a:r>
              <a:t>📷 [ INSERT SCREENSHOT HERE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Unit: Report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Multi-Format Export: High-fidelity PDF and detailed Excel sheets.</a:t>
            </a:r>
          </a:p>
          <a:p>
            <a:pPr/>
            <a:r>
              <a:t>Temporal Flexibility: Weekly, Monthly, Yearly, or Custom ranges.</a:t>
            </a:r>
          </a:p>
          <a:p>
            <a:pPr/>
            <a:r>
              <a:t>Modular Sections: Choose between Trends, Logs, or Event summaries.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400">
                <a:solidFill>
                  <a:srgbClr val="0066CC"/>
                </a:solidFill>
              </a:defRPr>
            </a:pPr>
            <a:r>
              <a:t>📷 [ INSERT SCREENSHOT HERE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 &amp; Future-Proof Monitoring Architecture.</a:t>
            </a:r>
          </a:p>
          <a:p>
            <a:pPr/>
            <a:r>
              <a:t>Empowering data-driven decisions for Novarea Management.</a:t>
            </a:r>
          </a:p>
          <a:p>
            <a:pPr/>
            <a:r>
              <a:t>Full Traceability - Excellence through Precision.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2400">
                <a:solidFill>
                  <a:srgbClr val="0066CC"/>
                </a:solidFill>
              </a:defRPr>
            </a:pPr>
            <a:r>
              <a:t>📷 [ INSERT SCREENSHOT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